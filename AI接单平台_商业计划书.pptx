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市场规模(万亿)</c:v>
                </c:pt>
              </c:strCache>
            </c:strRef>
          </c:tx>
          <c:spPr>
            <a:solidFill>
              <a:srgbClr val="3B8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  <c:pt idx="5">
                    <c:v>2026E</c:v>
                  </c:pt>
                  <c:pt idx="6">
                    <c:v>2027E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0.72</c:v>
                </c:pt>
                <c:pt idx="1">
                  <c:v>0.83</c:v>
                </c:pt>
                <c:pt idx="2">
                  <c:v>0.93</c:v>
                </c:pt>
                <c:pt idx="3">
                  <c:v>1.06</c:v>
                </c:pt>
                <c:pt idx="4">
                  <c:v>1.2</c:v>
                </c:pt>
                <c:pt idx="5">
                  <c:v>1.48</c:v>
                </c:pt>
                <c:pt idx="6">
                  <c:v>1.83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C4"/>
              </a:solidFill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交易佣金 45%</c:v>
                </c:pt>
                <c:pt idx="1">
                  <c:v>会员订阅 25%</c:v>
                </c:pt>
                <c:pt idx="2">
                  <c:v>AI工具增值 20%</c:v>
                </c:pt>
                <c:pt idx="3">
                  <c:v>企业方案 10%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B82C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AI接单平台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A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连接中小企业需求与AI赋能的自由职业者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1097280" cy="36576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商业计划书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731520" cy="32004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执行摘要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64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市场痛点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03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03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市场规模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426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42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产品功能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服务品类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59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9826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398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差异化优势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3258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764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203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2037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MVP与推进路径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6426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642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冷启动策略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0815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风险与应对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39593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融资需求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执行摘要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一页总览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1920240" cy="457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灵活用工市场2025年规模1.2万亿，年增23.5%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AI正在重塑自由职业效率，目前无AI原生接单平台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33472" y="150876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33472" y="1508760"/>
            <a:ext cx="1920240" cy="457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70632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70632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以Agent定制为核心，打造AI原生的服务交易平台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内置AI工具箱+智能匹配+AI质检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8304" y="150876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508760"/>
            <a:ext cx="1920240" cy="457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8" name="Text 16"/>
          <p:cNvSpPr/>
          <p:nvPr/>
        </p:nvSpPr>
        <p:spPr>
          <a:xfrm>
            <a:off x="4718304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55464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55464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交易佣金(10-15%) + 会员订阅 + AI工具增值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成熟期毛利率65-75%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50876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508760"/>
            <a:ext cx="1920240" cy="457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3" name="Text 21"/>
          <p:cNvSpPr/>
          <p:nvPr/>
        </p:nvSpPr>
        <p:spPr>
          <a:xfrm>
            <a:off x="6803136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40296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发展目标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0296" y="25603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18个月内月GMV达1,000万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实现盈亏平衡，启动A轮融资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市场痛点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双边痛点，巨大机会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54864" cy="30175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需求方痛点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中小企业 / 个体户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知道AI有用，但不知道怎么落地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自己搭建AI工具，试错成本高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传统外包周期长（2-4周），价格贵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找不到既懂业务又懂AI的服务者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交付质量无法预判，沟通成本高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55448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54480"/>
            <a:ext cx="54864" cy="3017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🧑‍💻  供给方痛点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AI技能自由职业者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46888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获客渠道有限，依赖口碑和社群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缺少标准化交付流程和工具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各类AI工具订阅成本高（$200+/月）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现有平台无AI服务专属品类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定价困难，市场认知不成熟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市场规模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万亿级市场，高速增长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1.2万亿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灵活用工市场规模(2025)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年均复合增长率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2亿+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灵活就业人口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企业AI使用意愿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2788920"/>
          <a:ext cx="5029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852160" y="2788920"/>
            <a:ext cx="2743200" cy="21488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350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AI服务细分市场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350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Agent定制    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40664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增长最快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3504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文本内容类    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06640" y="3749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渗透率76%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3504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设计类           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406640" y="4114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渗透率58%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35040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技术开发类    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0664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渗透率45%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解决方案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AI原生的服务交易平台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连接客户需求与AI赋能的自由职业者，以Agent定制为核心差异化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920240" cy="26517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1920240" cy="457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Agent定制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为企业定制AI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客服/营销/数据/办公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2011680"/>
            <a:ext cx="1920240" cy="26517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2011680"/>
            <a:ext cx="1920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3464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AI工具箱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内置一站式工具链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接单者零额外成本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文本/图像/代码/分析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011680"/>
            <a:ext cx="1920240" cy="26517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011680"/>
            <a:ext cx="19202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9834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智能匹配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NLP语义理解需求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多维能力画像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自动推荐Top服务者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920240" cy="26517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95160" y="201168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AI质检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交付自动质检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设计/文本/代码全覆盖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纠纷率降低70%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产品功能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四大引擎驱动交易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45720" cy="15087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需求智能匹配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NLP意图识别 + 多维标签匹配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接单者能力画像 + 历史交付数据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智能推荐 Top 3-5 候选服务者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45720" cy="1508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Agent定制服务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可视化Agent搭建器（低代码）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预置行业模板：客服/营销/数据/办公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沙箱测试环境 + 一键部署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在线交付与AI质检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设计类：审查排版/配色/分辨率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文本类：语法/原创度/SEO检查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代码类：自动化测试 + 安全扫描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45720" cy="1508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91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9496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接单者AI工具箱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7033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文本生成 / 图像生成 / 代码辅助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数据分析工具 / 自动化脚本引擎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 + 客户沟通助手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服务品类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五大服务板块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0" y="2194560"/>
            <a:ext cx="2194560" cy="20116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3774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Agent定制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（核心）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2103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1664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/ 简历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海报 / Logo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103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49440" y="1664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文字内容类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文案 / 翻译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SEO文章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2103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分析报告类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市场调研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2103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34015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技术开发类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9440" y="3794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网站 / 小程序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自动化脚本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竞品分析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竞品对比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猪八戒网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一品威客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Fiverr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AI原生定位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核心定位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Agent定制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核心业务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内置AI工具链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完整工具箱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智能匹配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算法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算法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AI语义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交付质检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AI自动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平均客单价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¥100-3K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$5-500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$15-200/h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¥500-50K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差异化优势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唯一的AI原生接单平台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920240" cy="2743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品类独占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822960" cy="2743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Agent定制是市场上独有的服务品类，无直接竞品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691640"/>
            <a:ext cx="1920240" cy="2743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工具壁垒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822960" cy="2743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内置AI工具箱，接单者零成本使用，形成平台粘性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1920240" cy="2743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834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数据飞轮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94960" y="2880360"/>
            <a:ext cx="822960" cy="2743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交易越多→匹配越准→转化越高→交易更多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691640"/>
            <a:ext cx="1920240" cy="2743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323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信任机制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43800" y="2880360"/>
            <a:ext cx="822960" cy="27432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30175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AI质检自动化，纠纷率降低70%，建立交易信任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商业模式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多元收入，高毛利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4630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1463040"/>
            <a:ext cx="1965960" cy="36576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9" name="Text 6"/>
          <p:cNvSpPr/>
          <p:nvPr/>
        </p:nvSpPr>
        <p:spPr>
          <a:xfrm>
            <a:off x="4773168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交易佣金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73168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10-15%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73168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Agent定制类15%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标准服务10%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12280" y="14630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12280" y="146304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6922008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接单者会员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22008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¥99-499/月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22008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高级AI工具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优先推荐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315468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154680"/>
            <a:ext cx="19659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4773168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企业会员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73168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¥999-4999/月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73168" y="3931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专属顾问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12280" y="315468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12280" y="315468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6922008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AI工具增值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22008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按量计费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22008" y="3931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高级模型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私有化部署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385316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385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关键指标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Y1 目标与里程碑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18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2000万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GMV目标(Y1)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618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12-18%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618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 45%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客户复购率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6184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65-75%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08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毛利率目标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8046720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增长里程碑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97280" y="3657600"/>
            <a:ext cx="7132320" cy="36576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0160" y="3566160"/>
            <a:ext cx="219456" cy="219456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月GMV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3566160"/>
            <a:ext cx="219456" cy="219456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月GMV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12080" y="3566160"/>
            <a:ext cx="219456" cy="219456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月GMV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0" y="3566160"/>
            <a:ext cx="219456" cy="219456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月GMV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1000万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879092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MVP与推进路径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三阶段推进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2606040" cy="4572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0-3月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跑通闭环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需求发布→匹配→接单→交付→评价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聚焦3品类：Agent定制+PPT+文案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基础AI工具箱（文本+代码）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邀请制，种子用户200-500人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0876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3-9月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扩品类做规模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423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扩展至设计/开发/分析全品类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上线会员体系+AI工具付费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Agent模板市场（可复用上架）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月GMV 100万，活跃接单者500+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6060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645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9-18月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构建AI生态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242316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开放API，企业集成Agent能力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marketplace产品化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行业解决方案（电商/教育/金融）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月GMV 1000万，盈亏平衡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冷启动策略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三管齐下启动市场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🧑‍💻  供给侧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种子接单者招募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109728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从AI社群（即刻/知识星球/GitHub）定向邀请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首批招募100名AI高手入驻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首3个月免佣金 + 免费AI工具额度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团队自身作为首批接单者验证流程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需求侧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企业种子用户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331720"/>
            <a:ext cx="109728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4688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联合本地中小企业协会/孵化器推介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首单折扣50%降低尝试门槛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制作3个标杆案例做口碑传播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定向BD本地电商/教育/金融企业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内容营销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品类心智建设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331720"/>
            <a:ext cx="109728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4688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小红书/B站/公众号输出实战内容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建立「AI自由职业」品类认知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AI接单案例分享 + 收入晒单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社群运营：接单者交流 + 经验沉淀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138428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13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团队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核心团队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783080"/>
            <a:ext cx="914400" cy="914400"/>
          </a:xfrm>
          <a:prstGeom prst="ellipse">
            <a:avLst/>
          </a:prstGeom>
          <a:solidFill>
            <a:srgbClr val="E8ECF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CEO / 创始人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55448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83080"/>
            <a:ext cx="914400" cy="914400"/>
          </a:xfrm>
          <a:prstGeom prst="ellipse">
            <a:avLst/>
          </a:prstGeom>
          <a:solidFill>
            <a:srgbClr val="E8ECF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8892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CTO / 技术负责人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783080"/>
            <a:ext cx="914400" cy="914400"/>
          </a:xfrm>
          <a:prstGeom prst="ellipse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CPO / 产品负责人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1554480"/>
            <a:ext cx="19202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783080"/>
            <a:ext cx="914400" cy="914400"/>
          </a:xfrm>
          <a:prstGeom prst="ellipse">
            <a:avLst/>
          </a:prstGeom>
          <a:solidFill>
            <a:srgbClr val="E8ECF1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86600" y="2834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CMO / 市场负责人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待补充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"/>
            <a:ext cx="1508760" cy="292608"/>
          </a:xfrm>
          <a:prstGeom prst="roundRect">
            <a:avLst>
              <a:gd name="adj" fmla="val 15625"/>
            </a:avLst>
          </a:prstGeom>
          <a:solidFill>
            <a:srgbClr val="3B82C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风险与应对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识别风险，提前布局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54864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冷启动问题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92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风险：初期供需不足，平台可能陷入"没人接单→没人下单"循环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应对：先建供给侧，邀请制+团队自身接单验证；标杆案例吸引需求方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交付质量不可控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892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风险：接单者水平参差不齐，可能导致客户不满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应对：入驻审核+试单制度；AI质检前置；阶梯信用体系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54864" cy="1508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巨头入场竞争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风险：钉钉/飞书/猪八戒等可能快速复制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应对：速度优先，抢占品类心智；深耕Agent垂直赛道建立壁垒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54864" cy="1508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AI政策合规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584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风险：国内AI监管趋严，生成内容合规不确定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应对：内容安全审核；合规团队跟踪政策；采用国内合规大模型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A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融资需求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资金用途规划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（融资金额待补充）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20240" cy="25603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产品研发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平台开发、AI工具链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Agent搭建器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965960"/>
            <a:ext cx="1920240" cy="25603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8892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市场推广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88920" y="3383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用户获取、品牌建设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内容营销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1920240" cy="25603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93776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AI算力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37760" y="3383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模型调用、GPU资源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私有化部署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1965960"/>
            <a:ext cx="1920240" cy="25603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8660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团队扩充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86600" y="33832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核心技术人才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运营团队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3B82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抓住AI重塑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灵活用工的窗口期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40480" y="3017520"/>
            <a:ext cx="1463040" cy="36576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DA0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AI接单平台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联系方式（待补充）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感谢您的时间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AI接单平台 - 商业计划书</dc:title>
  <dc:subject>PptxGenJS Presentation</dc:subject>
  <dc:creator>AI接单平台</dc:creator>
  <cp:lastModifiedBy>AI接单平台</cp:lastModifiedBy>
  <cp:revision>1</cp:revision>
  <dcterms:created xsi:type="dcterms:W3CDTF">2026-03-22T00:56:21Z</dcterms:created>
  <dcterms:modified xsi:type="dcterms:W3CDTF">2026-03-22T00:56:21Z</dcterms:modified>
</cp:coreProperties>
</file>